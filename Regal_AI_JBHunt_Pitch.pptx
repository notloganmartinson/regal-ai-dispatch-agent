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C627"/>
                </a:solidFill>
              </a:defRPr>
            </a:pPr>
            <a:r>
              <a:t>The Opportunity: J.B. Hunt AI Dispatch Triage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Automating Fleet Crisis Routing and Policy Support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The Challenge: Weather events and closures overwhelm human dispatchers, causing driver downtime.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The Solution: A Level 1 Inbound Dispatch AI Agent for instant parallel-processing.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The Impact: Handles routine FAQs and automated rerouting, reserving supervisors for unmapped escalations.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C627"/>
                </a:solidFill>
              </a:defRPr>
            </a:pPr>
            <a:r>
              <a:t>How It Works: Logic, Knowledge, &amp; Infrastructure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Conversational Brain: Built on Vapi, tuned with explicit conversational flows for barge-ins.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Knowledge Base (RAG): Custom FastAPI backend and PostgreSQL (pgvector) for semantic policy search.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Escalation Protocol: Intelligent fallback hands off to a live supervisor if a reroute isn't found.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Deployment: Hosted on Render to ensure 24/7 reliability and zero webhook latency.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C627"/>
                </a:solidFill>
              </a:defRPr>
            </a:pPr>
            <a:r>
              <a:t>Driver Personalization: Real-Time SMS Routing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Stateful Database Lookups: Dynamically references manifest, greeting by name and specific cargo.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Cross-Channel Action: Pushes out-of-band communication directly to the driver's device.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Technical Execution: Background task triggers Twilio API to send Google Maps reroutes.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Note: Backend Twilio logic fires successfully; live SMS pending A2P 10DLC registration.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C627"/>
                </a:solidFill>
              </a:defRPr>
            </a:pPr>
            <a:r>
              <a:t>Performance Data: 10-Call Simulation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Intent Classification Accuracy: [XX]%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Containment Rate: [XX]%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Testing Breakdown: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- [X] Standard Crisis Reroutes (Contained)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- [X] Policy/FAQ Inquiries (Contained)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- [X] Off-Topic Deflections (Contained)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- [X] Live Handoffs (Escalated)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1E1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b="1">
                <a:solidFill>
                  <a:srgbClr val="FFC627"/>
                </a:solidFill>
              </a:defRPr>
            </a:pPr>
            <a:r>
              <a:t>Product Vision: Next-Generation Dispatch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>
                <a:solidFill>
                  <a:srgbClr val="FFFFFF"/>
                </a:solidFill>
              </a:defRPr>
            </a:pPr>
            <a:r>
              <a:t>Friction Point Identified: [Insert Placeholder: e.g., STT latency during background truck noise].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Resilience &amp; Queuing: Migrate Twilio SMS to Celery/Redis for automatic API retries.</a:t>
            </a:r>
          </a:p>
          <a:p>
            <a:pPr>
              <a:defRPr sz="1800">
                <a:solidFill>
                  <a:srgbClr val="FFFFFF"/>
                </a:solidFill>
              </a:defRPr>
            </a:pPr>
            <a:r>
              <a:t>Proactive Telemetry: Integrate Google Maps Distance Matrix to text drivers before they reach closures.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315</Words>
  <Application>Microsoft Office PowerPoint</Application>
  <PresentationFormat>On-screen Show (4:3)</PresentationFormat>
  <Paragraphs>27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The Opportunity: J.B. Hunt AI Dispatch Triage</vt:lpstr>
      <vt:lpstr>How It Works: Logic, Knowledge, &amp; Infrastructure</vt:lpstr>
      <vt:lpstr>Driver Personalization: Real-Time SMS Routing</vt:lpstr>
      <vt:lpstr>Performance Data: 10-Call Simulation</vt:lpstr>
      <vt:lpstr>Product Vision: Next-Generation Dispatch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Logan Martinson</cp:lastModifiedBy>
  <cp:revision>1</cp:revision>
  <dcterms:created xsi:type="dcterms:W3CDTF">2013-01-27T09:14:16Z</dcterms:created>
  <dcterms:modified xsi:type="dcterms:W3CDTF">2026-06-08T04:04:29Z</dcterms:modified>
  <cp:category/>
</cp:coreProperties>
</file>